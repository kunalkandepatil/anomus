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425" r:id="rId3"/>
    <p:sldId id="42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D1619D54-5269-4957-9E52-3E6F678C754B}">
          <p14:sldIdLst>
            <p14:sldId id="257"/>
            <p14:sldId id="425"/>
            <p14:sldId id="42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A1088B-5ED6-46B5-A797-5D3ADF7C0F7E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8EC0B8-5CE2-47F1-8579-0795F5CC29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822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8AEB0-96C2-91AF-4394-BD3D763F06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CD8B56-CFE0-EC5B-2B90-AA6AAED55C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BABC70-81D0-63F3-D94B-BCE3DB42C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F1046-C3FD-4C32-BA36-6984CB0619FF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01E6F-9520-AC9D-B8D9-C28C9A9A6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9B5715-C7E1-05D7-14E4-50EBC7009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E5C3D-5FC0-4236-BB66-204D68D16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028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0C2C2-776D-146D-1419-D1B010D58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41C86-BD1E-2E5C-E36C-040CD79C20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A295C8-DF70-7ABB-32E8-1A33F2A3B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F1046-C3FD-4C32-BA36-6984CB0619FF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D64E3A-2D97-DE61-B54C-DC482A185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07936-FDB4-2154-E7FA-7F67D69C6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E5C3D-5FC0-4236-BB66-204D68D16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306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705C0-490D-DE7C-6FBD-16C6DF473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8BED5B-DF72-977D-ED24-9D73B3E0E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851018-A7DE-C5CC-CCB0-CCA06F097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F1046-C3FD-4C32-BA36-6984CB0619FF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DF124B-EBC4-9150-BEF6-7EE39F998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665437-BDC6-EDA2-BA7F-35F4D0701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E5C3D-5FC0-4236-BB66-204D68D16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383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6F728-A1FD-05E3-FFF4-7E4DB0625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AD5BA-B608-1E01-9374-287610AF39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4E6429-03AE-DFCD-32D4-51FE8B7847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DC413A-23F8-64D7-A2F3-99D8D41C6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F1046-C3FD-4C32-BA36-6984CB0619FF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72EF0D-A94B-F5BA-77B0-89F0DB93D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044EEE-6E3F-9393-5A25-6BE9639F7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E5C3D-5FC0-4236-BB66-204D68D16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428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52A25-7735-9F3E-7F1E-5ABC1E2D1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E4718F-6C81-3644-986F-186E218461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E48DE2-D616-6994-E1CC-D71F6E529B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7F643B-7522-1497-D770-8851D01505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8DBEB5-33EC-BA3E-5E21-56A747330E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09D2D0-493B-E2D9-92D8-F0AED1F65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F1046-C3FD-4C32-BA36-6984CB0619FF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3A1B2C-8383-23F4-2540-5D7E5CE48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86970B-13EF-D163-363B-662578865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E5C3D-5FC0-4236-BB66-204D68D16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683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E64A5-AEC2-A208-EF08-0E1CF22F6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F8BBAC-1AD8-1167-BCE5-E130818F6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F1046-C3FD-4C32-BA36-6984CB0619FF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F9E356-B242-E192-4FFC-44AB7EAC0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E859A7-9083-F777-56A0-5E99A5E1D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E5C3D-5FC0-4236-BB66-204D68D16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924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1EEFA4-5504-A045-B4F4-26A60B9F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F1046-C3FD-4C32-BA36-6984CB0619FF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16857A-1C08-FFB3-61FD-0C2E06345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ECA495-809D-B8B6-F220-1CF494B10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E5C3D-5FC0-4236-BB66-204D68D16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323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E408D-F037-9DD2-487C-E9897233E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6FD0C-A4FC-A1AF-A0E8-6466AE631E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4AD5EB-E613-602E-D1B1-4124B20826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E14786-C771-7DA7-FBFA-0D11CB0EA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F1046-C3FD-4C32-BA36-6984CB0619FF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41AAE6-99E8-A720-90EC-2F6B2A826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6050E1-4D30-61F0-92CA-A1E495519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E5C3D-5FC0-4236-BB66-204D68D16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958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873FD-F83B-06D7-E62F-B0FBC3096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ACDC3C-649D-041D-45A0-285FCFF91C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A39787-4C2E-D7B0-B6B2-53E4A9179F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6123EA-4028-0508-9F2A-1F2EBAA51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F1046-C3FD-4C32-BA36-6984CB0619FF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17B2DD-B77D-1E8B-2596-02EB8FC83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D424D6-6E2E-5314-CFA3-8C2E6A3B8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E5C3D-5FC0-4236-BB66-204D68D16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996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E48F8-38D8-54D1-8996-A1A9B903F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0B1A23-75CB-9BB6-06AC-1E294E85A9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1BFCB-45E5-50F8-EA85-6E4504D6C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F1046-C3FD-4C32-BA36-6984CB0619FF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7C8AB-8F9F-62CF-DDCB-EFCBFA3CD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E24EC0-5930-CA3A-A681-05B5A4DE9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E5C3D-5FC0-4236-BB66-204D68D16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784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185C64-8381-0B9F-F83A-68BC934F51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007718-8447-AD79-D60B-1FA5B672D1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3F840C-7741-FD4E-00FD-2798BE8DB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F1046-C3FD-4C32-BA36-6984CB0619FF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57837-A7AA-2BC3-A117-8DD14058A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55D49D-9B10-F9A7-03B2-84287F1D9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E5C3D-5FC0-4236-BB66-204D68D16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2804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userDrawn="1">
  <p:cSld name="1_Title Slid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30" name="Google Shape;30;p106" descr="A red white and blue stripes on a black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>
            <a:off x="10459" y="-7683"/>
            <a:ext cx="3100590" cy="1858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106" descr="A red white and blue stripes on a black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091409" y="4999261"/>
            <a:ext cx="3100590" cy="1858739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106"/>
          <p:cNvSpPr/>
          <p:nvPr/>
        </p:nvSpPr>
        <p:spPr>
          <a:xfrm>
            <a:off x="1" y="6309110"/>
            <a:ext cx="518194" cy="314325"/>
          </a:xfrm>
          <a:prstGeom prst="rect">
            <a:avLst/>
          </a:prstGeom>
          <a:solidFill>
            <a:srgbClr val="17397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06"/>
          <p:cNvSpPr txBox="1"/>
          <p:nvPr/>
        </p:nvSpPr>
        <p:spPr>
          <a:xfrm>
            <a:off x="518194" y="6279502"/>
            <a:ext cx="20850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>
                <a:solidFill>
                  <a:srgbClr val="17397F"/>
                </a:solidFill>
                <a:latin typeface="Calibri"/>
                <a:ea typeface="Calibri"/>
                <a:cs typeface="Calibri"/>
                <a:sym typeface="Calibri"/>
              </a:rPr>
              <a:t>Page No. </a:t>
            </a:r>
            <a:fld id="{00000000-1234-1234-1234-123412341234}" type="slidenum">
              <a:rPr lang="en-IN" sz="1600" b="1" i="0" u="none" strike="noStrike" cap="none">
                <a:solidFill>
                  <a:srgbClr val="1739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600" b="1" i="0" u="none" strike="noStrike" cap="none">
              <a:solidFill>
                <a:srgbClr val="1739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2;p1">
            <a:extLst>
              <a:ext uri="{FF2B5EF4-FFF2-40B4-BE49-F238E27FC236}">
                <a16:creationId xmlns:a16="http://schemas.microsoft.com/office/drawing/2014/main" id="{03549E5C-FB5E-4D76-C521-C9A61FE96E32}"/>
              </a:ext>
            </a:extLst>
          </p:cNvPr>
          <p:cNvSpPr/>
          <p:nvPr userDrawn="1"/>
        </p:nvSpPr>
        <p:spPr>
          <a:xfrm>
            <a:off x="2603252" y="6309110"/>
            <a:ext cx="8617197" cy="314325"/>
          </a:xfrm>
          <a:prstGeom prst="rect">
            <a:avLst/>
          </a:prstGeom>
          <a:solidFill>
            <a:srgbClr val="17397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Faculty of Science and Technology</a:t>
            </a:r>
            <a:endParaRPr sz="18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53B249-07ED-52C5-F323-3AC01A98342A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192905" y="4703968"/>
            <a:ext cx="27432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8F5ADD-8429-C9E1-FBF7-F58B8C8424DD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2564505" y="625831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2C91-1D4B-D426-2080-FC4508A7B2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048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1D2008-DCAD-E53F-9016-57FA7ECC6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78AF38-7D26-D0C0-4419-1B8FC8C298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218C90-9C5E-6AF2-0CA8-CB8A08F926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8F1046-C3FD-4C32-BA36-6984CB0619FF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C9A59-8D7B-21E8-37CA-AA5D273CCF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152F78-799E-1ED6-6A28-A6591FA726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1E5C3D-5FC0-4236-BB66-204D68D16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479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" descr="A blue text on a white backgroun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l="21401" t="29310" b="30646"/>
          <a:stretch/>
        </p:blipFill>
        <p:spPr>
          <a:xfrm>
            <a:off x="3505200" y="209166"/>
            <a:ext cx="6381750" cy="756257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"/>
          <p:cNvSpPr/>
          <p:nvPr/>
        </p:nvSpPr>
        <p:spPr>
          <a:xfrm>
            <a:off x="3581399" y="1110322"/>
            <a:ext cx="1724025" cy="72000"/>
          </a:xfrm>
          <a:prstGeom prst="rect">
            <a:avLst/>
          </a:prstGeom>
          <a:solidFill>
            <a:srgbClr val="183A7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"/>
          <p:cNvSpPr/>
          <p:nvPr/>
        </p:nvSpPr>
        <p:spPr>
          <a:xfrm>
            <a:off x="5305424" y="1110322"/>
            <a:ext cx="6038850" cy="72000"/>
          </a:xfrm>
          <a:prstGeom prst="rect">
            <a:avLst/>
          </a:prstGeom>
          <a:solidFill>
            <a:srgbClr val="D4322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5940991" y="798575"/>
            <a:ext cx="3935035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N" sz="1100" b="1" i="1" u="none" strike="noStrike" cap="none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INSPIRING INNOVATION. TRANSFORMING TALENT.</a:t>
            </a:r>
            <a:endParaRPr sz="1100" b="1" i="1" u="none" strike="noStrike" cap="none" dirty="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p1" descr="A red white and blue stripes on a black background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800000">
            <a:off x="10459" y="-7683"/>
            <a:ext cx="3100590" cy="1858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" descr="A logo for a university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167076" y="-351"/>
            <a:ext cx="1131523" cy="1227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" descr="A red white and blue stripes on a black background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91409" y="4999261"/>
            <a:ext cx="3100590" cy="1858739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"/>
          <p:cNvSpPr/>
          <p:nvPr/>
        </p:nvSpPr>
        <p:spPr>
          <a:xfrm>
            <a:off x="1" y="6309110"/>
            <a:ext cx="518194" cy="314325"/>
          </a:xfrm>
          <a:prstGeom prst="rect">
            <a:avLst/>
          </a:prstGeom>
          <a:solidFill>
            <a:srgbClr val="17397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8DA1F1-425C-ABAC-4767-534CB1E1C184}"/>
              </a:ext>
            </a:extLst>
          </p:cNvPr>
          <p:cNvSpPr txBox="1"/>
          <p:nvPr/>
        </p:nvSpPr>
        <p:spPr>
          <a:xfrm>
            <a:off x="968828" y="1493105"/>
            <a:ext cx="10051406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rPr>
              <a:t>Faculty of Science and Technology (FST)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School of Computational Sciences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ambria"/>
              <a:buNone/>
            </a:pPr>
            <a:r>
              <a:rPr lang="en-US" sz="3200" b="1" dirty="0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rPr>
              <a:t>Internship Title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ambria"/>
              <a:buNone/>
            </a:pPr>
            <a:endParaRPr lang="en-US" sz="3200" b="1" i="0" u="none" strike="noStrike" cap="none" dirty="0">
              <a:solidFill>
                <a:srgbClr val="00206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4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Student Name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: 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4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PRN:</a:t>
            </a:r>
          </a:p>
          <a:p>
            <a:pPr>
              <a:buClr>
                <a:srgbClr val="000000"/>
              </a:buClr>
              <a:buSzPts val="2200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Class &amp; Div: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4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Program </a:t>
            </a:r>
            <a:r>
              <a:rPr lang="en-US" sz="24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Wingdings" panose="05000000000000000000" pitchFamily="2" charset="2"/>
              </a:rPr>
              <a:t>: (B.Tech- FY/SY/TY-CSE/IT/AIML/DS)/(BSc-FY/SY-CS/DSAI)/BCA(FY/SY)</a:t>
            </a:r>
            <a:endParaRPr lang="en-US" sz="2400" b="0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47220-9415-42DE-5576-C0F17534D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1443FBA6-9E4F-83D7-1AAD-B6B47B4F7B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0200" y="641124"/>
            <a:ext cx="9144000" cy="719590"/>
          </a:xfrm>
        </p:spPr>
        <p:txBody>
          <a:bodyPr>
            <a:noAutofit/>
          </a:bodyPr>
          <a:lstStyle/>
          <a:p>
            <a:pPr algn="l"/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 </a:t>
            </a:r>
          </a:p>
        </p:txBody>
      </p:sp>
      <p:sp>
        <p:nvSpPr>
          <p:cNvPr id="4" name="Subtitle 1">
            <a:extLst>
              <a:ext uri="{FF2B5EF4-FFF2-40B4-BE49-F238E27FC236}">
                <a16:creationId xmlns:a16="http://schemas.microsoft.com/office/drawing/2014/main" id="{4565E120-74DB-44A0-32B1-05E8E01B9604}"/>
              </a:ext>
            </a:extLst>
          </p:cNvPr>
          <p:cNvSpPr txBox="1">
            <a:spLocks/>
          </p:cNvSpPr>
          <p:nvPr/>
        </p:nvSpPr>
        <p:spPr>
          <a:xfrm>
            <a:off x="1600200" y="1544637"/>
            <a:ext cx="9144000" cy="452959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lvl="0" indent="-22860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Objectives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Observations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&amp;Limitations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415478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A7144CF2-EF0E-973B-FA1D-4E905BE18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796496"/>
            <a:ext cx="9144000" cy="861104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420479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3874</TotalTime>
  <Words>80</Words>
  <Application>Microsoft Office PowerPoint</Application>
  <PresentationFormat>Widescreen</PresentationFormat>
  <Paragraphs>20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ManishaPatil</dc:creator>
  <cp:lastModifiedBy>Kunal KandePatil</cp:lastModifiedBy>
  <cp:revision>10</cp:revision>
  <dcterms:created xsi:type="dcterms:W3CDTF">2025-06-27T07:22:03Z</dcterms:created>
  <dcterms:modified xsi:type="dcterms:W3CDTF">2026-07-04T06:27:03Z</dcterms:modified>
</cp:coreProperties>
</file>